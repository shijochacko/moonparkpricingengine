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INTERVIEW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MoonPark Pricing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A secure, extensible API for versioned parking fees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Repository-based presentation | Default configuration, not benchmark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0.5 min  | 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7315200" cy="14447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3F7FC"/>
                </a:solidFill>
                <a:latin typeface="Aptos"/>
              </a:defRPr>
            </a:pPr>
            <a:r>
              <a:t>Correct pricing.</a:t>
            </a:r>
          </a:p>
          <a:p>
            <a:pPr>
              <a:spcAft>
                <a:spcPts val="800"/>
              </a:spcAft>
              <a:defRPr sz="4200" b="1">
                <a:solidFill>
                  <a:srgbClr val="F3F7FC"/>
                </a:solidFill>
                <a:latin typeface="Aptos"/>
              </a:defRPr>
            </a:pPr>
            <a:r>
              <a:t>Explicit tradeoffs.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685032"/>
            <a:ext cx="676656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B7C7D9"/>
                </a:solidFill>
                <a:latin typeface="Aptos"/>
              </a:defRPr>
            </a:pPr>
            <a:r>
              <a:t>Java 25  |  Spring Boot 3.5</a:t>
            </a:r>
          </a:p>
          <a:p>
            <a:pPr>
              <a:spcAft>
                <a:spcPts val="800"/>
              </a:spcAft>
              <a:defRPr sz="2100" b="0">
                <a:solidFill>
                  <a:srgbClr val="B7C7D9"/>
                </a:solidFill>
                <a:latin typeface="Aptos"/>
              </a:defRPr>
            </a:pPr>
            <a:r>
              <a:t>PostgreSQL  |  Redis  |  Bucket4j  |  Caffeine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154680" cy="111556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404872"/>
            <a:ext cx="28803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01 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807208"/>
            <a:ext cx="28803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Pricing rules and versioning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154680" cy="111556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776472"/>
            <a:ext cx="28803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02 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178808"/>
            <a:ext cx="28803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Identity, quotas and resilience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20 MINUTES  /  Architecture &gt; request flows &gt; security &gt; delivery &gt;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One pricing API. Three different charging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Business correctness comes before infrastructure complexity.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README.md; model/domain/tariff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 min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93392"/>
            <a:ext cx="3611880" cy="326440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194560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76272"/>
            <a:ext cx="310896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M1  /  STARTED MINUTE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3154680" cy="23500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60 NOK per hour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Charged per started minute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61 minutes = 61 NOK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993392"/>
            <a:ext cx="3611880" cy="326440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194560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176272"/>
            <a:ext cx="310896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M2  /  STARTED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788920"/>
            <a:ext cx="3154680" cy="23500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Weekday: 100 NOK/hour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Weekend: 200 NOK/hour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Charge each started hour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993392"/>
            <a:ext cx="3611880" cy="326440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2194560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176272"/>
            <a:ext cx="310896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M3  /  TIME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788920"/>
            <a:ext cx="3154680" cy="23500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Mon-Sat, 08:00-16:00: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First 60 daytime minutes free;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then 2 NOK/started minute.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Outside daytime: 3 NOK/min.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Sunday: free.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Core rule: select the tariff effective at the START of the parking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A layered service with shared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One deployable application; independent instances can serve the same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SecurityConfig; FeeCalculationService; CachedTariffRegistry; application.yml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2 min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93392"/>
            <a:ext cx="2286000" cy="112471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12264"/>
            <a:ext cx="20116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CALLERS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2011680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Public / JWT / API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85032"/>
            <a:ext cx="2286000" cy="116128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FFC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03904"/>
            <a:ext cx="20116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CE78"/>
                </a:solidFill>
                <a:latin typeface="Aptos"/>
              </a:defRPr>
            </a:pPr>
            <a:r>
              <a:t>HTTPS INGRESS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20116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External deployment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requirement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3118104"/>
            <a:ext cx="0" cy="566928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7560" y="1938528"/>
            <a:ext cx="5074920" cy="329184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103120"/>
            <a:ext cx="4572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9DCC1"/>
                </a:solidFill>
                <a:latin typeface="Aptos"/>
              </a:defRPr>
            </a:pPr>
            <a:r>
              <a:t>SPRING BOOT  /  EACH INSTANCE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743200"/>
            <a:ext cx="4526280" cy="22128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3F7FC"/>
                </a:solidFill>
                <a:latin typeface="Aptos"/>
              </a:defRPr>
            </a:pPr>
            <a:r>
              <a:t>Authentication &gt; quotas &gt; permissions</a:t>
            </a:r>
          </a:p>
          <a:p>
            <a:pPr>
              <a:spcAft>
                <a:spcPts val="800"/>
              </a:spcAft>
              <a:defRPr sz="2000" b="0">
                <a:solidFill>
                  <a:srgbClr val="F3F7FC"/>
                </a:solidFill>
                <a:latin typeface="Aptos"/>
              </a:defRPr>
            </a:pPr>
            <a:r>
              <a:t>Controllers &gt; application services</a:t>
            </a:r>
          </a:p>
          <a:p>
            <a:pPr>
              <a:spcAft>
                <a:spcPts val="800"/>
              </a:spcAft>
              <a:defRPr sz="2000" b="0">
                <a:solidFill>
                  <a:srgbClr val="F3F7FC"/>
                </a:solidFill>
                <a:latin typeface="Aptos"/>
              </a:defRPr>
            </a:pPr>
            <a:r>
              <a:t>Domain strategies &gt; JPA repositories</a:t>
            </a:r>
          </a:p>
          <a:p>
            <a:pPr>
              <a:spcAft>
                <a:spcPts val="800"/>
              </a:spcAft>
              <a:defRPr sz="2000" b="0">
                <a:solidFill>
                  <a:srgbClr val="F3F7FC"/>
                </a:solidFill>
                <a:latin typeface="Aptos"/>
              </a:defRPr>
            </a:pPr>
            <a:r>
              <a:t>Local Caffeine caches + tariff registry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4251960"/>
            <a:ext cx="594360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4272" y="1993392"/>
            <a:ext cx="2651760" cy="121615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112264"/>
            <a:ext cx="23774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514600"/>
            <a:ext cx="2377440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Shared rate-limit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buckets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3749039"/>
            <a:ext cx="2651760" cy="121615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3867911"/>
            <a:ext cx="23774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4270248"/>
            <a:ext cx="2377440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Tariffs, identities,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permissions and audit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0" y="2606040"/>
            <a:ext cx="621792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12480" y="4343400"/>
            <a:ext cx="621792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Redis is NOT the fee cache. Metrics, logs and tracing integrate with external tooling.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Separate policy from transport and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Pricing algorithms remain isolated from Spring MVC and database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controller; service; dao; model/domain/tariff; TariffFactory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1.5 min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47672"/>
            <a:ext cx="11247120" cy="66751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21408"/>
            <a:ext cx="29077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121408"/>
            <a:ext cx="7772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HTTP contracts, DTO validation and endpoint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1247120" cy="66751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916936"/>
            <a:ext cx="29077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APPLICATION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916936"/>
            <a:ext cx="7772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Use cases, transactions, cache coordination and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38728"/>
            <a:ext cx="11247120" cy="66751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712464"/>
            <a:ext cx="29077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DOMAIN STRATEGIES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712464"/>
            <a:ext cx="7772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Tariff interface + three charging implementations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34256"/>
            <a:ext cx="11247120" cy="66751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507992"/>
            <a:ext cx="290779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REPOSITORIES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4507992"/>
            <a:ext cx="7772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JPA persistence; Liquibase owns schema evolution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New zone + existing rule = configuration. New charging algorithm = strategy + factory wiring.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The normal quote path avoids a database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Validate the period, select the effective tariff, calculate and expose its version.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TariffController; FeeCalculationService; CachedTariffRegistry; application.yml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1.5 min  | 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2606040" cy="1499616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79"/>
            <a:ext cx="23317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01 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42615"/>
            <a:ext cx="2331720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GET /api/v1/takst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zone + start +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21408"/>
            <a:ext cx="2606040" cy="1499616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79"/>
            <a:ext cx="23317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02  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42615"/>
            <a:ext cx="2331720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Caffeine lookup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Miss enters calculation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21408"/>
            <a:ext cx="2606040" cy="1499616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79"/>
            <a:ext cx="23317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03 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42615"/>
            <a:ext cx="2331720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Validate &gt; tariff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&gt; pricing 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21408"/>
            <a:ext cx="2606040" cy="1499616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240279"/>
            <a:ext cx="23317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04 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42615"/>
            <a:ext cx="2331720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Fee result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+ tariff version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931920"/>
            <a:ext cx="5468112" cy="141732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" y="4133087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114800"/>
            <a:ext cx="496519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TIME SEMANTICS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727448"/>
            <a:ext cx="501091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Default timezone: Europe/Oslo; max period: 31 days.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931920"/>
            <a:ext cx="5559552" cy="141732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8" y="4133087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4114800"/>
            <a:ext cx="505663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27448"/>
            <a:ext cx="5102352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M1  |  22 Oct 2026, 08:00-09:01  |  61 NOK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Boundary cases: started units, midnight, weekends, daylight saving and effective 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Login: credentials in, short-lived access token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Login is public, but anonymous requests consume an IP-based quota.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AuthService; TokenService; JwtConfig; SecurityConfig; RateLimitFilter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1.5 min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337560" cy="128016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30632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01  LOGIN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3063240" cy="71323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POST /api/v1/auth/login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Username + password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2011680"/>
            <a:ext cx="3337560" cy="128016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130552"/>
            <a:ext cx="30632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02  IP QUOTA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2532888"/>
            <a:ext cx="3063240" cy="71323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Anonymous token bucket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Then normalize username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11680"/>
            <a:ext cx="3364992" cy="128016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130552"/>
            <a:ext cx="309067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03  USER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32888"/>
            <a:ext cx="3090672" cy="71323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Load user from PostgreSQL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Verify hash + enabled flag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94760" y="2651760"/>
            <a:ext cx="438912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71231" y="2651760"/>
            <a:ext cx="749809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03536" y="3291840"/>
            <a:ext cx="0" cy="621792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3913632"/>
            <a:ext cx="5559552" cy="126187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032504"/>
            <a:ext cx="528523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04  ISSUE JWT OR 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34840"/>
            <a:ext cx="5285232" cy="694943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HS256; issuer, subject, roles and permissions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Default lifetime: 30 minutes; generic login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13632"/>
            <a:ext cx="5102352" cy="126187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32504"/>
            <a:ext cx="482803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05  SUBSEQUENT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34840"/>
            <a:ext cx="4828032" cy="694943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Authorization: Bearer &lt;token&gt;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Validate signature, issuer and time validity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559552" y="4544568"/>
            <a:ext cx="566928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Unknown user? Still verify a dummy hash to reduce user-enumeration timing signals.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Different identities. One permission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Stateless authentication establishes identity; permissions authorize the operation.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ApiKeys; ApiClientService; SecurityConfig; controller @PreAuthorize annotations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 min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5468112" cy="322783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167128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48840"/>
            <a:ext cx="496519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HUMAN USERS  / 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61488"/>
            <a:ext cx="5010912" cy="2313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Password hashing: bcrypt by default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Roles + permissions carried in JWT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Method-level @PreAuthorize checks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Existing tokens keep old claims until expiry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65960"/>
            <a:ext cx="5559552" cy="322783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2167128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48840"/>
            <a:ext cx="505663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PARTNER SYSTEMS  / 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61488"/>
            <a:ext cx="5102352" cy="23134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256 random bits; SHA-256 hash stored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Raw key shown once at creation/rotation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Check enabled flag and expiry on lookup</a:t>
            </a:r>
          </a:p>
          <a:p>
            <a:pPr>
              <a:spcAft>
                <a:spcPts val="800"/>
              </a:spcAft>
              <a:defRPr sz="1900" b="0">
                <a:solidFill>
                  <a:srgbClr val="F3F7FC"/>
                </a:solidFill>
                <a:latin typeface="Aptos"/>
              </a:defRPr>
            </a:pPr>
            <a:r>
              <a:t>Local key cache: up to 60s propagation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Send JWT OR X-API-Key. Sending both credentials is rejected with HTTP 401.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RATE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Identify &gt; price the request &gt; consume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Bucket4j token buckets protect callers fairly across application instances.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RateLimitFilter; RateLimitPlan; RedisRateLimitStore; LocalRateLimitStore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2 min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346704" cy="121615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307238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01 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3072384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Client ID / username / IP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Select the matching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346704" cy="121615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07238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02  TOKEN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32888"/>
            <a:ext cx="3072384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Single request: 1 token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Batch request: 10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2011680"/>
            <a:ext cx="3346704" cy="1216152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3072384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03  BUCKET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32888"/>
            <a:ext cx="3072384" cy="64922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Redis in production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Local memory in development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03904" y="2615184"/>
            <a:ext cx="603504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54112" y="2615184"/>
            <a:ext cx="585215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2680" y="3227832"/>
            <a:ext cx="0" cy="658368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3886200"/>
            <a:ext cx="5559552" cy="1243584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005072"/>
            <a:ext cx="528523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04  ENOUGH TOKENS?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07408"/>
            <a:ext cx="5285232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Yes: continue to authorization and handler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No: 429 + Retry-After + Problem Details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86200"/>
            <a:ext cx="5102352" cy="1243584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005072"/>
            <a:ext cx="4828032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RESPONSE HEADERS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07408"/>
            <a:ext cx="4828032" cy="6766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RateLimit-Limit: plan refill per minute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RateLimit-Remaining: current bucket tokens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559552" y="4507992"/>
            <a:ext cx="566928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E78"/>
                </a:solidFill>
                <a:latin typeface="Aptos"/>
              </a:defRPr>
            </a:pPr>
            <a:r>
              <a:t>Health and API-documentation routes bypass this limiter. Authentication runs before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QUOTAS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Sustained rate is not the same as burst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Greedy refill replenishes tokens continuously; capacity limits instantaneous bursts.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RateLimitPlan; Buckets; RedisRateLimitStore; application.yml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 min  |  09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226314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66544"/>
            <a:ext cx="20574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F7FC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938528"/>
            <a:ext cx="226314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066544"/>
            <a:ext cx="20574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F7FC"/>
                </a:solidFill>
                <a:latin typeface="Aptos"/>
              </a:defRPr>
            </a:pPr>
            <a:r>
              <a:t>Refill / minute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938528"/>
            <a:ext cx="217170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066544"/>
            <a:ext cx="1965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F7FC"/>
                </a:solidFill>
                <a:latin typeface="Aptos"/>
              </a:defRPr>
            </a:pPr>
            <a:r>
              <a:t>Burst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938528"/>
            <a:ext cx="445770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2066544"/>
            <a:ext cx="4251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F7FC"/>
                </a:solidFill>
                <a:latin typeface="Aptos"/>
              </a:defRPr>
            </a:pPr>
            <a:r>
              <a:t>Typical identity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87168"/>
            <a:ext cx="226314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606040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ANONYMOUS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487168"/>
            <a:ext cx="226314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2606040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487168"/>
            <a:ext cx="217170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2606040"/>
            <a:ext cx="1965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487168"/>
            <a:ext cx="445770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2" y="2606040"/>
            <a:ext cx="4251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Remote 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26314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090672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971800"/>
            <a:ext cx="226314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2072" y="3090672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2971800"/>
            <a:ext cx="217170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8072" y="3090672"/>
            <a:ext cx="1965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971800"/>
            <a:ext cx="445770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3090672"/>
            <a:ext cx="4251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API client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226314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575304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456432"/>
            <a:ext cx="226314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3575304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600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3456432"/>
            <a:ext cx="217170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8072" y="3575304"/>
            <a:ext cx="1965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456432"/>
            <a:ext cx="445770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42632" y="3575304"/>
            <a:ext cx="4251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JWT user / API client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941064"/>
            <a:ext cx="226314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059936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PARTNER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3941064"/>
            <a:ext cx="226314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62072" y="4059936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6,000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3941064"/>
            <a:ext cx="217170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48072" y="4059936"/>
            <a:ext cx="1965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3941064"/>
            <a:ext cx="4457700" cy="45262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42632" y="4059936"/>
            <a:ext cx="4251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API client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425696"/>
            <a:ext cx="226314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4544568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INTERNAL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4425696"/>
            <a:ext cx="226314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2072" y="4544568"/>
            <a:ext cx="205740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6,000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4425696"/>
            <a:ext cx="217170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48072" y="4544568"/>
            <a:ext cx="1965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4425696"/>
            <a:ext cx="4457700" cy="45262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42632" y="4544568"/>
            <a:ext cx="425196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JWT admin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E78"/>
                </a:solidFill>
                <a:latin typeface="Aptos"/>
              </a:defRPr>
            </a:pPr>
            <a:r>
              <a:t>Redis failure: local quotas for 30s, then retry Redis. Availability wins; global limits weaken.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Defense in depth, with explicit trust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Application safeguards complement deployment controls; neither replaces the other.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SecurityConfig; AuthService; ApiKeys; AuditService;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1.5 min  |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75104"/>
            <a:ext cx="5468112" cy="3255264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176272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57984"/>
            <a:ext cx="496519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IMPLEMENTED IN THE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5010912" cy="23408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Least privilege: roles + fine-grained permissions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Hashed passwords and API keys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Generic login errors + dummy hash check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Validation, quotas and concurrency limits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Audit events + content-security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75104"/>
            <a:ext cx="5559552" cy="3255264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2176272"/>
            <a:ext cx="41148" cy="292608"/>
          </a:xfrm>
          <a:prstGeom prst="rect">
            <a:avLst/>
          </a:prstGeom>
          <a:solidFill>
            <a:srgbClr val="FFC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57984"/>
            <a:ext cx="505663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CE78"/>
                </a:solidFill>
                <a:latin typeface="Aptos"/>
              </a:defRPr>
            </a:pPr>
            <a:r>
              <a:t>DEPLOYMENT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70632"/>
            <a:ext cx="5102352" cy="23408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HTTPS at a trusted ingress / reverse proxy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Sanitize forwarded headers; block bypass paths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Private database and authenticated Redis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Inject production secrets; remove bootstrap secret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Restrict monitoring and rotate 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E78"/>
                </a:solidFill>
                <a:latin typeface="Aptos"/>
              </a:defRPr>
            </a:pPr>
            <a:r>
              <a:t>CSRF is disabled for header-based stateless auth; revisit if browser-cookie authentication is added.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Versioned tariffs, local caches, bounded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PostgreSQL is authoritative; instances refresh their in-memory view independently.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CachedTariffRegistry; TariffRefreshScheduler; FeeCalculationService; application.yml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1.5 min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328416" cy="132588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3054096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ADMIN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Commit tariff transaction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Publish TariffChangedEvent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011680"/>
            <a:ext cx="3328416" cy="132588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30552"/>
            <a:ext cx="3054096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LOCAL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32888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After-commit refresh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Clear fee cache on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2011680"/>
            <a:ext cx="3328416" cy="132588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solidFill>
              <a:srgbClr val="4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130552"/>
            <a:ext cx="3054096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9DCC1"/>
                </a:solidFill>
                <a:latin typeface="Aptos"/>
              </a:defRPr>
            </a:pPr>
            <a:r>
              <a:t>OTHER INSTANCES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532888"/>
            <a:ext cx="3054096" cy="7589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Scheduled refresh: 60s</a:t>
            </a:r>
          </a:p>
          <a:p>
            <a:pPr>
              <a:spcAft>
                <a:spcPts val="800"/>
              </a:spcAft>
              <a:defRPr sz="1600" b="0">
                <a:solidFill>
                  <a:srgbClr val="F3F7FC"/>
                </a:solidFill>
                <a:latin typeface="Aptos"/>
              </a:defRPr>
            </a:pPr>
            <a:r>
              <a:t>Observe changed versions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85615" y="2679192"/>
            <a:ext cx="621793" cy="0"/>
          </a:xfrm>
          <a:prstGeom prst="line">
            <a:avLst/>
          </a:prstGeom>
          <a:ln w="25400">
            <a:solidFill>
              <a:srgbClr val="49DC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35824" y="2679192"/>
            <a:ext cx="621792" cy="0"/>
          </a:xfrm>
          <a:prstGeom prst="line">
            <a:avLst/>
          </a:prstGeom>
          <a:ln w="25400">
            <a:solidFill>
              <a:srgbClr val="FFCE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3694176"/>
            <a:ext cx="5468112" cy="160020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3895344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877056"/>
            <a:ext cx="496519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FEE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9704"/>
            <a:ext cx="5010912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Caffeine: up to 100,000 entries; 10-minute TTL.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Each instance owns its cache.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94176"/>
            <a:ext cx="5559552" cy="1600200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81928" y="3895344"/>
            <a:ext cx="41148" cy="292608"/>
          </a:xfrm>
          <a:prstGeom prst="rect">
            <a:avLst/>
          </a:prstGeom>
          <a:solidFill>
            <a:srgbClr val="FFC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877056"/>
            <a:ext cx="505663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CE78"/>
                </a:solidFill>
                <a:latin typeface="Aptos"/>
              </a:defRPr>
            </a:pPr>
            <a:r>
              <a:t>FAILURE BEHAVIOR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489704"/>
            <a:ext cx="5102352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Failed refresh retains last loaded tariffs.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Cross-instance consistency is eventual.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No instantaneous global invalidation: another instance may serve old results until it refreshes.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Resilience is a policy, not just a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Different failures intentionally produce different availability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application.yml; application-prod.yml; TariffsHealthIndicator; logback-spring.xml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 min  | 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322326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66544"/>
            <a:ext cx="30175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F7FC"/>
                </a:solidFill>
                <a:latin typeface="Aptos"/>
              </a:defRPr>
            </a:pPr>
            <a:r>
              <a:t>Concern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938528"/>
            <a:ext cx="797814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2066544"/>
            <a:ext cx="77724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F7FC"/>
                </a:solidFill>
                <a:latin typeface="Aptos"/>
              </a:defRPr>
            </a:pPr>
            <a:r>
              <a:t>Current behavior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3223260" cy="63550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606040"/>
            <a:ext cx="301752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Calculation overload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487168"/>
            <a:ext cx="7978140" cy="63550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2606040"/>
            <a:ext cx="777240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Bulkhead: 200 concurrent calls; max wait 50ms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3223260" cy="63550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73552"/>
            <a:ext cx="301752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Redis unavailable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154680"/>
            <a:ext cx="7978140" cy="63550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3273552"/>
            <a:ext cx="777240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Per-instance fallback; Redis excluded from readiness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22191"/>
            <a:ext cx="3223260" cy="63550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41063"/>
            <a:ext cx="301752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Database unavailable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822191"/>
            <a:ext cx="7978140" cy="635508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1" y="3941063"/>
            <a:ext cx="777240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Readiness can fail, even with tariffs retained in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3223260" cy="63550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608576"/>
            <a:ext cx="301752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4489704"/>
            <a:ext cx="7978140" cy="635508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191" y="4608576"/>
            <a:ext cx="7772400" cy="5394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Structured logs, Prometheus metrics, OTLP tracing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Liveness asks: restart?  Readiness asks: receive traffic?  External dashboards are not bundled.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Test business boundaries; package reproducibly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Domain tests are fast. Full-context integration tests use disposable PostgreSQL.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build.gradle; src/test; Dockerfile;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 min  | 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5468112" cy="326440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2167128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48840"/>
            <a:ext cx="496519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QUALITY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61488"/>
            <a:ext cx="5010912" cy="23500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Tariff, validation and service tests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MVC security tests for public fee routes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Testcontainers integration tests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90% domain-package coverage gate configured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Docker unavailable? Integration tests may skip.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65960"/>
            <a:ext cx="5559552" cy="3264408"/>
          </a:xfrm>
          <a:prstGeom prst="roundRect">
            <a:avLst>
              <a:gd name="adj" fmla="val 12000"/>
            </a:avLst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2167128"/>
            <a:ext cx="41148" cy="292608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148840"/>
            <a:ext cx="5056632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9DCC1"/>
                </a:solidFill>
                <a:latin typeface="Aptos"/>
              </a:defRPr>
            </a:pPr>
            <a:r>
              <a:t>DELIVERY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61488"/>
            <a:ext cx="5102352" cy="23500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Gradle &gt; executable application JAR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Java 25 runtime; non-root Docker image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Liquibase migrations; JPA schema validation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Production environment supplies secrets</a:t>
            </a:r>
          </a:p>
          <a:p>
            <a:pPr>
              <a:spcAft>
                <a:spcPts val="800"/>
              </a:spcAft>
              <a:defRPr sz="1800" b="0">
                <a:solidFill>
                  <a:srgbClr val="F3F7FC"/>
                </a:solidFill>
                <a:latin typeface="Aptos"/>
              </a:defRPr>
            </a:pPr>
            <a:r>
              <a:t>Post-deploy readiness and smoke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CE78"/>
                </a:solidFill>
                <a:latin typeface="Aptos"/>
              </a:defRPr>
            </a:pPr>
            <a:r>
              <a:t>Quality gates and capacity limits are configuration, not claims of passing tests or measured throughput.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A one-minute tour of the 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Use Swagger or prepared requests; keep credentials and production data off-screen.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README.md; TariffController; SecurityConfig; RateLimitFilter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 min  | 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93726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66544"/>
            <a:ext cx="7315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3F7FC"/>
                </a:solidFill>
                <a:latin typeface="Aptos"/>
              </a:defRPr>
            </a:pPr>
            <a:r>
              <a:t>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938528"/>
            <a:ext cx="6469379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066544"/>
            <a:ext cx="62636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3F7FC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938528"/>
            <a:ext cx="377190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2066544"/>
            <a:ext cx="35661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3F7FC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87168"/>
            <a:ext cx="937260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606040"/>
            <a:ext cx="73152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2487168"/>
            <a:ext cx="6469379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2606040"/>
            <a:ext cx="626364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GET /api/v1/takst  |  M1, 08:00-09:01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487168"/>
            <a:ext cx="3771900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2606040"/>
            <a:ext cx="356616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61 NOK with seeded tariff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937260" cy="498347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136392"/>
            <a:ext cx="73152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3017520"/>
            <a:ext cx="6469379" cy="498347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36192" y="3136392"/>
            <a:ext cx="626364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POST /api/v1/auth/login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017520"/>
            <a:ext cx="3771900" cy="498347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2" y="3136392"/>
            <a:ext cx="356616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Access token + token lifetime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47872"/>
            <a:ext cx="937260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666744"/>
            <a:ext cx="73152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3547872"/>
            <a:ext cx="6469379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6192" y="3666744"/>
            <a:ext cx="626364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Call a permitted protected endpoint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3547872"/>
            <a:ext cx="3771900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2" y="3666744"/>
            <a:ext cx="356616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Authorized response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78224"/>
            <a:ext cx="937260" cy="498347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197096"/>
            <a:ext cx="73152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4078224"/>
            <a:ext cx="6469379" cy="498347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36192" y="4197096"/>
            <a:ext cx="626364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Call without the required permission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4078224"/>
            <a:ext cx="3771900" cy="498347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2" y="4197096"/>
            <a:ext cx="356616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403 Forbidden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08576"/>
            <a:ext cx="937260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4727448"/>
            <a:ext cx="73152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4608576"/>
            <a:ext cx="6469379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36192" y="4727448"/>
            <a:ext cx="626364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Exhaust an anonymous bucket in local dev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4608576"/>
            <a:ext cx="3771900" cy="498347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28432" y="4727448"/>
            <a:ext cx="3566160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429 + Retry-After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Example date: 22 Oct 2026. Quota demos depend on remaining tokens and refill; rehearse beforehand.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28600"/>
            <a:ext cx="987552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9DCC1"/>
                </a:solidFill>
                <a:latin typeface="Aptos"/>
              </a:defRPr>
            </a:pPr>
            <a:r>
              <a:t>MOONPARK  / 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94944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3F7FC"/>
                </a:solidFill>
                <a:latin typeface="Aptos"/>
              </a:defRPr>
            </a:pPr>
            <a:r>
              <a:t>Know the tradeoffs. Be clear about the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11155680" cy="4937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B7C7D9"/>
                </a:solidFill>
                <a:latin typeface="Aptos"/>
              </a:defRPr>
            </a:pPr>
            <a:r>
              <a:t>A focused design is more credible than claiming every production concern is solved.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247120" cy="10972"/>
          </a:xfrm>
          <a:prstGeom prst="rect">
            <a:avLst/>
          </a:prstGeom>
          <a:solidFill>
            <a:srgbClr val="33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692640" cy="1737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7C7D9"/>
                </a:solidFill>
                <a:latin typeface="Aptos"/>
              </a:defRPr>
            </a:pPr>
            <a:r>
              <a:t>Sources: JwtConfig; ApiClientService; RedisRateLimitStore;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455664"/>
            <a:ext cx="14630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9"/>
                </a:solidFill>
                <a:latin typeface="Aptos"/>
              </a:defRPr>
            </a:pPr>
            <a:r>
              <a:t>1.5 min  | 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38528"/>
            <a:ext cx="377190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66544"/>
            <a:ext cx="35661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3F7FC"/>
                </a:solidFill>
                <a:latin typeface="Aptos"/>
              </a:defRPr>
            </a:pPr>
            <a:r>
              <a:t>Current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938528"/>
            <a:ext cx="7429500" cy="521207"/>
          </a:xfrm>
          <a:prstGeom prst="rect">
            <a:avLst/>
          </a:prstGeom>
          <a:solidFill>
            <a:srgbClr val="285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066544"/>
            <a:ext cx="72237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3F7FC"/>
                </a:solidFill>
                <a:latin typeface="Aptos"/>
              </a:defRPr>
            </a:pPr>
            <a:r>
              <a:t>Tradeoff / next improvement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3771900" cy="489203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606040"/>
            <a:ext cx="35661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Locally issued HS256 JWTs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487168"/>
            <a:ext cx="7429500" cy="489203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2606040"/>
            <a:ext cx="72237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Shared-secret lifecycle; consider external identity provider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08376"/>
            <a:ext cx="3771900" cy="489203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127248"/>
            <a:ext cx="35661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Permissions embedded in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008376"/>
            <a:ext cx="7429500" cy="489203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3127248"/>
            <a:ext cx="72237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Changes wait for expiry; add revocation if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9584"/>
            <a:ext cx="3771900" cy="489203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648456"/>
            <a:ext cx="35661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Local key and tariff caches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529584"/>
            <a:ext cx="7429500" cy="489203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3648456"/>
            <a:ext cx="72237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Propagation delay; consider cross-instance invalidation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50791"/>
            <a:ext cx="3771900" cy="489203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169663"/>
            <a:ext cx="35661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Limiter follows authentication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050791"/>
            <a:ext cx="7429500" cy="489203"/>
          </a:xfrm>
          <a:prstGeom prst="rect">
            <a:avLst/>
          </a:prstGeom>
          <a:solidFill>
            <a:srgbClr val="203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4169663"/>
            <a:ext cx="72237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Invalid credentials may bypass it; add edge throttling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3771900" cy="489203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690872"/>
            <a:ext cx="35661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Custom standalone Redis client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4572000"/>
            <a:ext cx="7429500" cy="489203"/>
          </a:xfrm>
          <a:prstGeom prst="rect">
            <a:avLst/>
          </a:prstGeom>
          <a:solidFill>
            <a:srgbClr val="1B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4690872"/>
            <a:ext cx="7223760" cy="393191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7FC"/>
                </a:solidFill>
                <a:latin typeface="Aptos"/>
              </a:defRPr>
            </a:pPr>
            <a:r>
              <a:t>TLS / cluster support needs further implementation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05272"/>
            <a:ext cx="11247120" cy="539496"/>
          </a:xfrm>
          <a:prstGeom prst="roundRect">
            <a:avLst>
              <a:gd name="adj" fmla="val 12000"/>
            </a:avLst>
          </a:prstGeom>
          <a:solidFill>
            <a:srgbClr val="2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724144"/>
            <a:ext cx="108356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49DCC1"/>
                </a:solidFill>
                <a:latin typeface="Aptos"/>
              </a:defRPr>
            </a:pPr>
            <a:r>
              <a:t>DISCUSSION  /  Why a layered service?  What fails first?  What would you measure before scaling?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MoonPark Pricing Engine - Interview Presentation</dc:title>
  <dc:subject>20-minute technical presentation without speaking notes</dc:subject>
  <dc:creator>MoonPark</dc:creator>
  <cp:keywords>architecture, login, security, rate limiting, parking pricing</cp:keywords>
  <dc:description>Source-based presentation. Diagrams are editable PowerPoint shapes.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